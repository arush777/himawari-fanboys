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D1C24"/>
                </a:solidFill>
                <a:latin typeface="Calibri"/>
              </a:rPr>
              <a:t>AMD HACKATHON  ·  TRACK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Multi-Style Video Captioning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CCCCC"/>
                </a:solidFill>
                <a:latin typeface="Calibri"/>
              </a:rPr>
              <a:t>One clip in, four voices out: formal, sarcastic, tech humour, everyday humour — accurate to the pixels, unmistakable in tone.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99999"/>
                </a:solidFill>
                <a:latin typeface="Calibri"/>
              </a:rPr>
              <a:t>Team himawari-fanboys  ·  github.com/Arush777/himawari-fanboys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D1C24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1A"/>
                </a:solidFill>
                <a:latin typeface="Calibri"/>
              </a:rPr>
              <a:t>The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8521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Caption unseen video clips in four requested styles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30 s – 2 min clips arrive as URLs in /input/tasks.json; the agent returns one caption per style per clip in /output/results.json.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Every caption is judged twice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Accuracy — is every claim visibly true in the video? Tone fit — is the style unmistakable, not mild? Both scored by an LLM judge on the hidden set.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Hard operational constraints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Self-contained Docker image, no env vars injected at run time, ~12 hidden clips, 10-minute wall-clock budget for the whole batch.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1737360"/>
            <a:ext cx="4846320" cy="42062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965960"/>
            <a:ext cx="42976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ED1C24"/>
                </a:solidFill>
                <a:latin typeface="Calibri"/>
              </a:rPr>
              <a:t>The four voices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formal — one publishable, objective sentence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sarcastic — dry, deadpan, mock-admiring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humorous_tech — a joke a developer laughs at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humorous_non_tech — warm everyday humour,
zero technology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D1C24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1A"/>
                </a:solidFill>
                <a:latin typeface="Calibri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606040" cy="2286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606040" cy="82296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2276856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1 · Sample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ffmpeg pulls 8–20 evenly spaced frames (~1 per 5 s), downscaled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410712" y="1828800"/>
            <a:ext cx="2606040" cy="2286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10712" y="1828800"/>
            <a:ext cx="2606040" cy="82296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304" y="2057400"/>
            <a:ext cx="2276856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2 · Describe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Claude vision writes a compact factual scene 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2784" y="1828800"/>
            <a:ext cx="2606040" cy="2286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2784" y="1828800"/>
            <a:ext cx="2606040" cy="82296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2057400"/>
            <a:ext cx="2276856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3 · Specialists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One persona call per style writes two candidate captions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34856" y="1828800"/>
            <a:ext cx="2606040" cy="2286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34856" y="1828800"/>
            <a:ext cx="2606040" cy="82296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2057400"/>
            <a:ext cx="2276856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4 · Select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A frame-grounded call picks each style's winner against the pixels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Engineered to never return an empty caption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Every stage falls back to the previous, proven path on failure; empty styles are retried once; clips run four at a time so 12 hidden clips finish well inside the 10-minute cap. Only 2 + N model calls per clip (N = styles), not one per candidate.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D1C24"/>
                </a:solidFill>
                <a:latin typeface="Calibri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1A"/>
                </a:solidFill>
                <a:latin typeface="Calibri"/>
              </a:rPr>
              <a:t>What makes it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5778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Style specialists, not one mega-prompt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Each style gets its own persona and hand-tuned tone exemplars from unrelated scenes. Splitting styles into separate calls measurably sharpened tone in blind pairwise judging.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Best-of-two with frame-grounded selection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Specialists must take two different angles; a separate call that sees the actual frames picks the winner. Accuracy outranks flash: an unverifiable flourish loses to a checkable claim.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Shipped on evidence, not vibes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This architecture replaced the single-call pipeline only after beating it 58.3% in blind pairwise duels on 30 s–2 min clips.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737360"/>
            <a:ext cx="5120640" cy="42062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96596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D1C24"/>
                </a:solidFill>
                <a:latin typeface="Calibri"/>
              </a:rPr>
              <a:t>Sample output — sarcastic</a:t>
            </a:r>
          </a:p>
          <a:p>
            <a:pPr algn="l">
              <a:spcAft>
                <a:spcPts val="1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“A tiny kitten manages to walk in a straight line toward a camera, and somehow we're all supposed to be impressed.”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D1C24"/>
                </a:solidFill>
                <a:latin typeface="Calibri"/>
              </a:rPr>
              <a:t>Sample output — humorous_tech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“This kitten is walking straight toward the camera like a progress bar that refuses to hurry.”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D1C24"/>
                </a:solidFill>
                <a:latin typeface="Calibri"/>
              </a:rPr>
              <a:t>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1A"/>
                </a:solidFill>
                <a:latin typeface="Calibri"/>
              </a:rPr>
              <a:t>Evaluation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8521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LLM-as-judge with the grader's rubric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judge.py re-downloads each clip and scores every caption 1–5 on accuracy and tone fit against the frames themselves — never against the model's own description, so it can't grade on self-consistency.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Pairwise duels with a validated 3-model ensemble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judge2 runs A/B duels through Qwen, MiniMax and Claude Haiku, each caption judged in both orders. The ensemble must first pass a planted-defect exam — hallucinations, wrong tone and meta-leaks must all be punished.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Ship gate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A change ships only when it clears a 55% pairwise win rate; absolute self-scores alone are never trusted.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1737360"/>
            <a:ext cx="4846320" cy="42062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011680"/>
            <a:ext cx="42976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ED1C24"/>
                </a:solidFill>
                <a:latin typeface="Calibri"/>
              </a:rPr>
              <a:t>Hidden-leaderboard journey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0.80   Opus, describe-then-style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0.83   Sonnet, describe-then-style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0.87   Sonnet, specialists + selection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BBBBB"/>
                </a:solidFill>
                <a:latin typeface="Calibri"/>
              </a:rPr>
              <a:t>Also A/B-tested along the way: Haiku,
Fireworks Qwen, Kimi hybrid, Gemini probes.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D1C24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1A"/>
                </a:solidFill>
                <a:latin typeface="Calibri"/>
              </a:rPr>
              <a:t>Learnings &amp;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8521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Verifiability beats flash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Across hundreds of judged duels, captions lose on unverifiable flourishes (“dew-covered grass”, background colours) far more than they win on extra wit. Ground every claim in the pixels.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Trust deterministic checks over LLM self-review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An LLM critic passed a caption that broke a hard style ban; a regex guard catches it every time. Hard constraints deserve hard code.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Judge noise is the real ceiling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Near 0.87, single-run judge variance rivals real differences between pipelines — so we built the pairwise ensemble and probe exam to tell signal from noise before spending a submission.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600200"/>
            <a:ext cx="484632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In the pipeline next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Facts-grounded generation, critique-and-repair with verify-before-accept, a deterministic tech-word guard for the no-tech style, and higher-resolution frames — already built and duel-tested on branches, gated on clearing the 55% pairwise bar.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